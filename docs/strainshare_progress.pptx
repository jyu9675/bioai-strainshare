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strainshare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D9C7CB"/>
                </a:solidFill>
                <a:latin typeface="Calibri"/>
              </a:rPr>
              <a:t>Contamination-aware detection of shared bacterial strains across body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DE7681"/>
                </a:solidFill>
                <a:latin typeface="Calibri"/>
              </a:rPr>
              <a:t>Progress update  ·  Kwon Lab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6A9AF"/>
                </a:solidFill>
                <a:latin typeface="Calibri"/>
              </a:rPr>
              <a:t>Tool: github.com/jyu9675/bioai-strainshare  ·  DOI 10.5281/zenodo.22275588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B6A9AF"/>
                </a:solidFill>
                <a:latin typeface="Calibri"/>
              </a:rPr>
              <a:t>A validated tool, an honest data investigation, and a fundable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C2B39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241A20"/>
                </a:solidFill>
                <a:latin typeface="Calibri"/>
              </a:rPr>
              <a:t>The question — and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Does gut/rectal bacteria seed the vagina as the SAME strain during pregnancy — and does limited water/hygiene/healthcare raise the risk?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Motivated by a lived clinical case; grounded in established GBS biology (the recto-vaginal swab exists for exactly this reason).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Same-strain transfer is already documented for the pathogens — by culture: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6E6167"/>
                </a:solidFill>
                <a:latin typeface="Calibri"/>
              </a:rPr>
              <a:t>– GBS: identical genotype in rectum AND vagina in 18/19 colonized women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6E6167"/>
                </a:solidFill>
                <a:latin typeface="Calibri"/>
              </a:rPr>
              <a:t>– E. coli: ~85% of matched vaginal/urinary isolates are one strain; rectal carriage predicts vaginal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6E6167"/>
                </a:solidFill>
                <a:latin typeface="Calibri"/>
              </a:rPr>
              <a:t>– Gut re-seeds the vagina after intrapartum antibiotics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THE GAP: no one has resolved the same strain moving rectum→vagina in situ, from metagenomes, longitudinally, in a low-resource pregnancy cohort.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C2B39"/>
                </a:solidFill>
                <a:latin typeface="Calibri"/>
              </a:rPr>
              <a:t>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241A20"/>
                </a:solidFill>
                <a:latin typeface="Calibri"/>
              </a:rPr>
              <a:t>strainshare — 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Turns inStrain output into standardized, contamination-aware shared-strain calls (popANI ≥ 0.999, breadth ≥ 0.5).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Within- vs between-person NULL — the real signal is a strain shared within a person but not between unrelated people.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Translocation-vs-contamination discriminator (community similarity) — flags cross-sample contamination that mimics sharing.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Generalist filter + longitudinal direction inference (rectum-before-vagina), with 'direction_unresolved' when timing is ambiguous.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Standardized threshold spec — a 'VALENCIA-for-strains' so calls are comparable across studies.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Installable, unit-tested (CI, Py 3.9–3.12), MIT-licensed, public, and DOI-archived.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C2B39"/>
                </a:solidFill>
                <a:latin typeface="Calibri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241A20"/>
                </a:solidFill>
                <a:latin typeface="Calibri"/>
              </a:rPr>
              <a:t>Validation on public data —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Public cohort (ENA PRJNA982400); scaled 8 → 20 → 26 women.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2,137 comparable pairs → 76 within-woman cervix↔vagina shared strains.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Clean null across ~14 species: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E6167"/>
                </a:solidFill>
                <a:latin typeface="Calibri"/>
              </a:rPr>
              <a:t>– within-person ~90–100% shared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E6167"/>
                </a:solidFill>
                <a:latin typeface="Calibri"/>
              </a:rPr>
              <a:t>– between-person ~0–6%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E6167"/>
                </a:solidFill>
                <a:latin typeface="Calibri"/>
              </a:rPr>
              <a:t>– e.g. L. iners 14/14 vs 13/238; G. piotii 8/8 vs 1/113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→ The tool reliably detects TRUE within-person sharing and rejects background.</a:t>
            </a:r>
          </a:p>
        </p:txBody>
      </p:sp>
      <p:pic>
        <p:nvPicPr>
          <p:cNvPr id="6" name="Picture 5" descr="fig1_within_vs_betw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133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6035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6E6167"/>
                </a:solidFill>
                <a:latin typeface="Calibri"/>
              </a:rPr>
              <a:t>Within- vs between-person popANI, n=26 (public data)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C2B39"/>
                </a:solidFill>
                <a:latin typeface="Calibri"/>
              </a:rPr>
              <a:t>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241A20"/>
                </a:solidFill>
                <a:latin typeface="Calibri"/>
              </a:rPr>
              <a:t>Rectovaginal investigation — honest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Ran real data: Fijian rectal+vaginal (n=3) and HMP gut+vaginal (partial, ~7 women).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No within-woman gut↔vaginal shared strain in these small, healthy cohorts — reported correctly as NOT-EVALUABLE (the pathogens weren't vaginally colonized in these women), not as 'no transmission'.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One real positive from longitudinal data: Goltsman subject T18 carries gut L. iners as the SAME strain as her vagina across 10 timepoints.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Literature converges: transmission is real for the pathogens; a hexavalent maternal GBS vaccine (GBS6) is now in Phase 3.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Integrity throughout: never fabricated a positive; every result reported as the data showed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C2B39"/>
                </a:solidFill>
                <a:latin typeface="Calibri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241A20"/>
                </a:solidFill>
                <a:latin typeface="Calibri"/>
              </a:rPr>
              <a:t>A fundable study — ready to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Aim 1 does it happen · Aim 2 which direction/organisms · Aim 3 does it cause disease · Aim 4 who is at risk (WASH).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Design: ~350 pregnant women, low-resource, paired rectal+vaginal deep shotgun, 3–4 timepoints; strainshare as the engine.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Power: WASH arm is binding — ~180 for a 20-pt difference; ~350 enrolled yields ~180–220 evaluable.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Full grant package on GitHub: Specific Aims, Research Strategy, budget/timeline, dbGaP scoping, DMSP, cover letter, letters of support, public brief.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41A20"/>
                </a:solidFill>
                <a:latin typeface="Calibri"/>
              </a:rPr>
              <a:t>• Clone-aware: types shared GBS/E. coli to CC17 / ST131 — directly informs GBS6 vaccine serotype coverage.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C2B39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241A20"/>
                </a:solidFill>
                <a:latin typeface="Calibri"/>
              </a:rPr>
              <a:t>Status &amp;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C5A5F"/>
                </a:solidFill>
                <a:latin typeface="Calibri"/>
              </a:rPr>
              <a:t>DONE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Tool built, tested, DOI-archived, and validated on 26 women of public data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Honest data investigation + full grant-ready proposal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9C2B39"/>
                </a:solidFill>
                <a:latin typeface="Calibri"/>
              </a:rPr>
              <a:t>ASKS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Run strainshare on the lab's 382 paired vaginal–rectal set — the tool is validated; this is the dataset that could test PATHOGEN gut↔vaginal transmission in colonized women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HMP gut↔vaginal at scale on EC2 (~$15/afternoon) — the laptop can't process the heavy stool reliably; runbook is ready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41A20"/>
                </a:solidFill>
                <a:latin typeface="Calibri"/>
              </a:rPr>
              <a:t>• Publish the methods/tool paper — n=26 validation backs it; guidance on scope, venue, authorship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